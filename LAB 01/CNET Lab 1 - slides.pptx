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097" autoAdjust="0"/>
  </p:normalViewPr>
  <p:slideViewPr>
    <p:cSldViewPr snapToGrid="0">
      <p:cViewPr varScale="1">
        <p:scale>
          <a:sx n="51" d="100"/>
          <a:sy n="51" d="100"/>
        </p:scale>
        <p:origin x="14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ya Mahboob" userId="6f8aa66e-0767-452c-bf1a-08e5cc44ca8b" providerId="ADAL" clId="{1C74D46F-45D0-4EAE-967E-E2704868F5FC}"/>
    <pc:docChg chg="custSel addSld modSld sldOrd">
      <pc:chgData name="Zoya Mahboob" userId="6f8aa66e-0767-452c-bf1a-08e5cc44ca8b" providerId="ADAL" clId="{1C74D46F-45D0-4EAE-967E-E2704868F5FC}" dt="2026-01-21T06:05:51.609" v="8" actId="20577"/>
      <pc:docMkLst>
        <pc:docMk/>
      </pc:docMkLst>
      <pc:sldChg chg="addSp delSp modSp add mod ord">
        <pc:chgData name="Zoya Mahboob" userId="6f8aa66e-0767-452c-bf1a-08e5cc44ca8b" providerId="ADAL" clId="{1C74D46F-45D0-4EAE-967E-E2704868F5FC}" dt="2026-01-21T06:05:51.609" v="8" actId="20577"/>
        <pc:sldMkLst>
          <pc:docMk/>
          <pc:sldMk cId="3417038248" sldId="261"/>
        </pc:sldMkLst>
        <pc:spChg chg="mod">
          <ac:chgData name="Zoya Mahboob" userId="6f8aa66e-0767-452c-bf1a-08e5cc44ca8b" providerId="ADAL" clId="{1C74D46F-45D0-4EAE-967E-E2704868F5FC}" dt="2026-01-21T06:05:51.609" v="8" actId="20577"/>
          <ac:spMkLst>
            <pc:docMk/>
            <pc:sldMk cId="3417038248" sldId="261"/>
            <ac:spMk id="2" creationId="{AAF61DCB-2A14-4881-7227-BE78B71E0DB4}"/>
          </ac:spMkLst>
        </pc:spChg>
        <pc:picChg chg="add mod">
          <ac:chgData name="Zoya Mahboob" userId="6f8aa66e-0767-452c-bf1a-08e5cc44ca8b" providerId="ADAL" clId="{1C74D46F-45D0-4EAE-967E-E2704868F5FC}" dt="2026-01-18T16:24:09.853" v="5" actId="1076"/>
          <ac:picMkLst>
            <pc:docMk/>
            <pc:sldMk cId="3417038248" sldId="261"/>
            <ac:picMk id="6" creationId="{0296F975-449F-B5AC-E3C2-08853D3152C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57960-DB86-4EA8-BAE9-972B3A7D76D0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03905-3076-451A-8C28-775E1BD6C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2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with a network. By definition it means a collection of interconnected </a:t>
            </a:r>
          </a:p>
          <a:p>
            <a:r>
              <a:rPr lang="en-US" dirty="0"/>
              <a:t>- More simply, it’s just a bunch of devices connected to each other that share information. The collection of these devices and their cables is known as a “network”</a:t>
            </a:r>
          </a:p>
          <a:p>
            <a:r>
              <a:rPr lang="en-US" dirty="0"/>
              <a:t>- Networks can be of many sizes, ones that are confined to buildings for example would be called LAN</a:t>
            </a:r>
          </a:p>
          <a:p>
            <a:r>
              <a:rPr lang="en-US" dirty="0"/>
              <a:t>- If these networks span cities, countries or even continents that’s when we would shift into a WAN</a:t>
            </a:r>
          </a:p>
          <a:p>
            <a:pPr marL="171450" indent="-171450">
              <a:buFontTx/>
              <a:buChar char="-"/>
            </a:pPr>
            <a:r>
              <a:rPr lang="en-US" dirty="0"/>
              <a:t>Now as you can imagine, creating networks is expensive because of the equipment involved. </a:t>
            </a:r>
          </a:p>
          <a:p>
            <a:pPr marL="171450" indent="-171450">
              <a:buFontTx/>
              <a:buChar char="-"/>
            </a:pPr>
            <a:r>
              <a:rPr lang="en-US" dirty="0"/>
              <a:t>So to save ourselves money and time, we would want to simulate these connections. For that we would use network simulation tools like - CISCO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905-3076-451A-8C28-775E1BD6CB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23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E8A11-7235-D6E0-8C9C-C84EE94FF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321D8-F8C0-7584-915E-19C29D6DA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21643-AF25-F945-67CC-918A431C8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30D42-1B2C-0B43-EB1A-1809ED15E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905-3076-451A-8C28-775E1BD6CB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62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905-3076-451A-8C28-775E1BD6CB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76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76520-CEE0-17B0-18DC-FD81F567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1EA3-4E3F-D11B-47FF-EC7EC8DE3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34190-D7FD-7177-DD3D-BE109B01D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days it’s mostly hybrid. Now we are going to look at a simple example of a topology where we connect 2 PCs and </a:t>
            </a:r>
            <a:r>
              <a:rPr lang="en-US"/>
              <a:t>a switch.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52318-A688-861A-A169-227A864AA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03905-3076-451A-8C28-775E1BD6CB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8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33FF-9BE7-54C0-175F-E205E0C08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5D408-7A23-316E-F641-9CDA5AC6E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3C085-9D1B-C8E3-D751-BCBA6C80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4FCC9-DD19-72A7-D1EE-BFB08007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BA7FD-D320-77AC-CBB9-9AA13B94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51404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AB65-35E6-47FC-4C99-C1B994D9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88F02-7C93-BE3E-6321-611836D51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51C79-6CEC-E37F-A1A7-0404BB70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997A7-276C-73B8-C6EC-ACFA0BA5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45CF-BB96-8584-C1C2-099FCF11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33447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5FCD-B56A-3C13-F38E-53278D44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3B231-E6C5-70AD-7CF0-6948761A7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7DE97-00B1-6623-5CED-BC2FB435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A8631-661F-D767-171E-947BEB65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8334F-8CFE-8444-F8F0-79A0688A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22152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2711-C62D-3DC9-B90C-80FF9646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55C0-BDB1-FE72-F94C-2F8FDE51B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920AE-3DDC-E9DC-1476-B35430899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78138-01A0-9276-948D-CDBFF00E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9F1A0-8599-CBA8-2914-D3C5E00F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B7530-3482-742C-31DB-C3E14D6B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53944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E9C2-F08D-77A4-F42E-FE345846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5D2CA-7E72-B22A-67F6-A603B2C16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D9B68-84E2-1CDB-AA46-16F0C949A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7776C6-E70D-BAA0-7DB8-E71D26667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CB7ECE-8CF0-23A8-01C9-9569A6665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86D800-E736-22FD-AFF1-E18D9DC0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73C202-99E1-5E77-ACEE-6A33091E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51C7C-CF69-4957-B4A0-658F95BF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15268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31AD-4B29-39C7-F9C3-908D3AC9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4653F-D0D9-FE53-4E2B-B4A5599C5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CDB78-9471-FDE6-B892-1B7EF40B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F80C8-2D0B-824D-8852-BC69DE35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61450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165E1-C565-3414-6820-EF716FB3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39BF9-9FD2-0420-B2AA-6EC74612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C8432-DB6E-B509-CAA0-9F690C809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39326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BACF-4291-5030-3549-EDE16A2B5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95A6-37DE-2CDC-8F2D-4A1D194DF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7B96D-A149-1C0B-6CD9-C5B479856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B2151-291F-C20F-8C9B-B278DEB9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36FE6-2313-E84A-3470-09020913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CBBE1-81A7-3622-DCA7-EE4062AE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04024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C956-0FA8-DA3B-E2CE-1DDFD81F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94C39-BF37-BB18-0B7E-FAA568DD2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1B404-7388-6FCB-32FC-252084D2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9BD7B-CD2C-AAC3-4997-E9222640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611A1-7379-A0A8-2CB2-0A0273E2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0359E-0472-F2D5-2F91-F293B7F5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82372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9934-B9FA-1F7F-EB45-11EE6E69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816BD-D693-EE03-A452-F5A7463BF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75984-85B0-4A83-F13C-536071D6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BE174-09EB-8A3D-9293-7D3468AE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5F567-1B00-2414-B4D6-90DA683A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920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A1B62C-893A-1986-42E9-A9B88AD21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8647E-500B-8E68-031F-A4561843C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CB1E7-EC9A-9DE3-583A-18703CC6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39305-08A6-F1B5-80C3-095A7F4C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FF0E6-7796-AFA0-6C87-B464744E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91793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C2FBAD-3E96-BF1A-422A-673E0EA4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ECF7E-ACBD-1F76-E94F-FB40D299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83562-1D71-FD46-B4D9-45F4675B1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EFCF0-A4F0-4668-99C9-5B1D1E634E8D}" type="datetimeFigureOut">
              <a:rPr lang="en-US" smtClean="0"/>
              <a:t>21-Jan-26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18E33-2B94-2DCD-EC69-8D0F5A1F6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67848-3978-28B9-325C-62AA1E215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E7885-411F-48B0-A7EB-19C77DF8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44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Wires Linked To Core Router">
            <a:extLst>
              <a:ext uri="{FF2B5EF4-FFF2-40B4-BE49-F238E27FC236}">
                <a16:creationId xmlns:a16="http://schemas.microsoft.com/office/drawing/2014/main" id="{2DD8286E-5732-89C4-9BF5-6E7D93E342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01" r="1" b="184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882DC-E620-9CAB-C925-33F0B47FB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783" y="846899"/>
            <a:ext cx="10795466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CL3001 Computer Networks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</a:rPr>
              <a:t> Lab 1 - Intro to Networking and Cisco Packet Tracer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27781-96FF-16A7-CBD9-84040BC91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728394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Instructor: Zoya Mahboob</a:t>
            </a:r>
          </a:p>
        </p:txBody>
      </p:sp>
    </p:spTree>
    <p:extLst>
      <p:ext uri="{BB962C8B-B14F-4D97-AF65-F5344CB8AC3E}">
        <p14:creationId xmlns:p14="http://schemas.microsoft.com/office/powerpoint/2010/main" val="268800899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A196D-CF3F-BA77-2CED-B8EF304D0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5" y="566928"/>
            <a:ext cx="4391025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is a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1ECA6-8D7E-62F4-11A4-D241B9AB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387461"/>
            <a:ext cx="5664200" cy="473427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bg1">
                    <a:alpha val="80000"/>
                  </a:schemeClr>
                </a:solidFill>
              </a:rPr>
              <a:t>Computer network </a:t>
            </a: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- collection of interconnected devices that communicate with each other to share resources and data.</a:t>
            </a:r>
            <a:br>
              <a:rPr lang="en-US" dirty="0">
                <a:solidFill>
                  <a:schemeClr val="bg1">
                    <a:alpha val="80000"/>
                  </a:schemeClr>
                </a:solidFill>
              </a:rPr>
            </a:br>
            <a:endParaRPr lang="en-US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LAN (Local Area Network) – buildings.</a:t>
            </a:r>
            <a:br>
              <a:rPr lang="en-US" dirty="0">
                <a:solidFill>
                  <a:schemeClr val="bg1">
                    <a:alpha val="80000"/>
                  </a:schemeClr>
                </a:solidFill>
              </a:rPr>
            </a:br>
            <a:endParaRPr lang="en-US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WAN (Wide Area Network) – cities, countries, continents.</a:t>
            </a:r>
            <a:br>
              <a:rPr lang="en-US" dirty="0">
                <a:solidFill>
                  <a:schemeClr val="bg1">
                    <a:alpha val="80000"/>
                  </a:schemeClr>
                </a:solidFill>
              </a:rPr>
            </a:br>
            <a:endParaRPr lang="en-US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Network simulation tools – CISCO.</a:t>
            </a:r>
          </a:p>
        </p:txBody>
      </p:sp>
      <p:pic>
        <p:nvPicPr>
          <p:cNvPr id="1026" name="Picture 2" descr="What Is a Wide Area Network (WAN)? | Sangfor Glossary">
            <a:extLst>
              <a:ext uri="{FF2B5EF4-FFF2-40B4-BE49-F238E27FC236}">
                <a16:creationId xmlns:a16="http://schemas.microsoft.com/office/drawing/2014/main" id="{61BB5624-33D8-8D09-1E0C-94177D848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1556794"/>
            <a:ext cx="5260976" cy="370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571514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243C2-A977-9C14-AF48-DD92869A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61DCB-2A14-4881-7227-BE78B71E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96F975-449F-B5AC-E3C2-08853D315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061"/>
            <a:ext cx="12192000" cy="6439878"/>
          </a:xfrm>
        </p:spPr>
      </p:pic>
    </p:spTree>
    <p:extLst>
      <p:ext uri="{BB962C8B-B14F-4D97-AF65-F5344CB8AC3E}">
        <p14:creationId xmlns:p14="http://schemas.microsoft.com/office/powerpoint/2010/main" val="3417038248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AC34-204F-502B-45B2-5246AFBD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Content Placeholder 16" descr="A screenshot of a computer&#10;&#10;Description automatically generated">
            <a:extLst>
              <a:ext uri="{FF2B5EF4-FFF2-40B4-BE49-F238E27FC236}">
                <a16:creationId xmlns:a16="http://schemas.microsoft.com/office/drawing/2014/main" id="{1D3C599E-D454-EDD9-B278-E3C93486C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527"/>
            <a:ext cx="12192000" cy="6430945"/>
          </a:xfrm>
        </p:spPr>
      </p:pic>
    </p:spTree>
    <p:extLst>
      <p:ext uri="{BB962C8B-B14F-4D97-AF65-F5344CB8AC3E}">
        <p14:creationId xmlns:p14="http://schemas.microsoft.com/office/powerpoint/2010/main" val="3245772884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68E51-8451-11C4-DFDF-6EC4C121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1C73250-E18C-BF24-3BF8-E1956900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BC441-F2AE-9609-FAA7-743007BC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5" y="566928"/>
            <a:ext cx="4391025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is a topology?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EA881-7664-1394-B542-0F206E231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5" y="1438261"/>
            <a:ext cx="11243735" cy="155893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alpha val="80000"/>
                  </a:schemeClr>
                </a:solidFill>
              </a:rPr>
              <a:t>Topology: </a:t>
            </a: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Arrangement of devices on a network.</a:t>
            </a:r>
          </a:p>
          <a:p>
            <a:pPr marL="0" indent="0">
              <a:buNone/>
            </a:pPr>
            <a:endParaRPr lang="en-US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Have different names based on their shapes.</a:t>
            </a:r>
          </a:p>
        </p:txBody>
      </p:sp>
      <p:pic>
        <p:nvPicPr>
          <p:cNvPr id="4" name="Picture 2" descr="Network Topology Projects (Explained Detail in Examples) | Network  Simulation Tools">
            <a:extLst>
              <a:ext uri="{FF2B5EF4-FFF2-40B4-BE49-F238E27FC236}">
                <a16:creationId xmlns:a16="http://schemas.microsoft.com/office/drawing/2014/main" id="{F608D8E2-5E92-7A5A-AD27-D32BE75539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" t="13818" r="2346" b="12562"/>
          <a:stretch/>
        </p:blipFill>
        <p:spPr bwMode="auto">
          <a:xfrm>
            <a:off x="2260887" y="2997200"/>
            <a:ext cx="7670225" cy="348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219765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257</Words>
  <Application>Microsoft Office PowerPoint</Application>
  <PresentationFormat>Widescreen</PresentationFormat>
  <Paragraphs>23</Paragraphs>
  <Slides>5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CL3001 Computer Networks  Lab 1 - Intro to Networking and Cisco Packet Tracer</vt:lpstr>
      <vt:lpstr>What is a network?</vt:lpstr>
      <vt:lpstr>0</vt:lpstr>
      <vt:lpstr>PowerPoint Presentation</vt:lpstr>
      <vt:lpstr>What is a topology?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Zoya Mahboob</dc:creator>
  <cp:lastModifiedBy>Zoya Mahboob</cp:lastModifiedBy>
  <cp:revision>1</cp:revision>
  <dcterms:created xsi:type="dcterms:W3CDTF">2025-01-19T21:12:32Z</dcterms:created>
  <dcterms:modified xsi:type="dcterms:W3CDTF">2026-01-21T06:06:00Z</dcterms:modified>
</cp:coreProperties>
</file>